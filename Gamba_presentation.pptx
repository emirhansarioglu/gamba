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710" r:id="rId5"/>
  </p:sldMasterIdLst>
  <p:notesMasterIdLst>
    <p:notesMasterId r:id="rId12"/>
  </p:notesMasterIdLst>
  <p:sldIdLst>
    <p:sldId id="358" r:id="rId6"/>
    <p:sldId id="361" r:id="rId7"/>
    <p:sldId id="354" r:id="rId8"/>
    <p:sldId id="362" r:id="rId9"/>
    <p:sldId id="363" r:id="rId10"/>
    <p:sldId id="360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EC495D-043A-0B1B-3B34-3056D33E3C07}" v="313" dt="2026-07-12T21:51:46.220"/>
    <p1510:client id="{6403BC18-1D26-23DF-9F0F-EC992FD098DC}" v="9" dt="2026-07-12T19:15:31.787"/>
    <p1510:client id="{8F01D37C-EF19-4729-BACD-15C481644FE4}" v="22" dt="2026-07-12T19:19:35.081"/>
    <p1510:client id="{D1834F1A-8B93-666D-E83D-2C8548DB3E06}" v="48" dt="2026-07-12T18:34:11.1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420" y="-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12.07.2026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Aufzählung 1. Ebene Arial Regular 18 </a:t>
            </a:r>
            <a:r>
              <a:rPr lang="de-DE" err="1"/>
              <a:t>pt</a:t>
            </a:r>
            <a:r>
              <a:rPr lang="de-DE"/>
              <a:t>, ZA: 24 </a:t>
            </a:r>
            <a:r>
              <a:rPr lang="de-DE" err="1"/>
              <a:t>pt</a:t>
            </a:r>
            <a:endParaRPr lang="de-DE"/>
          </a:p>
          <a:p>
            <a:pPr lvl="1"/>
            <a:r>
              <a:rPr lang="de-DE"/>
              <a:t>2. Ebene</a:t>
            </a:r>
          </a:p>
          <a:p>
            <a:pPr lvl="2"/>
            <a:r>
              <a:rPr lang="de-DE"/>
              <a:t>3. Ebene</a:t>
            </a:r>
          </a:p>
          <a:p>
            <a:pPr lvl="3"/>
            <a:r>
              <a:rPr lang="de-DE"/>
              <a:t>4. Ebene</a:t>
            </a:r>
          </a:p>
          <a:p>
            <a:pPr lvl="4"/>
            <a:r>
              <a:rPr lang="de-DE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Arial Regular 18pt, ZA: 24pt </a:t>
            </a:r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, </a:t>
            </a:r>
            <a:r>
              <a:rPr lang="de-DE" err="1"/>
              <a:t>consetetur</a:t>
            </a:r>
            <a:r>
              <a:rPr lang="de-DE"/>
              <a:t> </a:t>
            </a:r>
            <a:r>
              <a:rPr lang="de-DE" err="1"/>
              <a:t>sadipscing</a:t>
            </a:r>
            <a:r>
              <a:rPr lang="de-DE"/>
              <a:t> </a:t>
            </a:r>
            <a:r>
              <a:rPr lang="de-DE" err="1"/>
              <a:t>elitr</a:t>
            </a:r>
            <a:r>
              <a:rPr lang="de-DE"/>
              <a:t>, sed </a:t>
            </a:r>
            <a:r>
              <a:rPr lang="de-DE" err="1"/>
              <a:t>diam</a:t>
            </a:r>
            <a:r>
              <a:rPr lang="de-DE"/>
              <a:t> </a:t>
            </a:r>
            <a:r>
              <a:rPr lang="de-DE" err="1"/>
              <a:t>nonumy</a:t>
            </a:r>
            <a:r>
              <a:rPr lang="de-DE"/>
              <a:t> </a:t>
            </a:r>
            <a:r>
              <a:rPr lang="de-DE" err="1"/>
              <a:t>eirmod</a:t>
            </a:r>
            <a:r>
              <a:rPr lang="de-DE"/>
              <a:t> </a:t>
            </a:r>
            <a:r>
              <a:rPr lang="de-DE" err="1"/>
              <a:t>tempor</a:t>
            </a:r>
            <a:r>
              <a:rPr lang="de-DE"/>
              <a:t> </a:t>
            </a:r>
            <a:r>
              <a:rPr lang="de-DE" err="1"/>
              <a:t>invidunt</a:t>
            </a:r>
            <a:r>
              <a:rPr lang="de-DE"/>
              <a:t> </a:t>
            </a:r>
            <a:r>
              <a:rPr lang="de-DE" err="1"/>
              <a:t>ut</a:t>
            </a:r>
            <a:r>
              <a:rPr lang="de-DE"/>
              <a:t> </a:t>
            </a:r>
            <a:r>
              <a:rPr lang="de-DE" err="1"/>
              <a:t>labore</a:t>
            </a:r>
            <a:r>
              <a:rPr lang="de-DE"/>
              <a:t> et </a:t>
            </a:r>
            <a:r>
              <a:rPr lang="de-DE" err="1"/>
              <a:t>dolore</a:t>
            </a:r>
            <a:r>
              <a:rPr lang="de-DE"/>
              <a:t> magna </a:t>
            </a:r>
            <a:r>
              <a:rPr lang="de-DE" err="1"/>
              <a:t>aliquyam</a:t>
            </a:r>
            <a:r>
              <a:rPr lang="de-DE"/>
              <a:t> erat, sed </a:t>
            </a:r>
            <a:r>
              <a:rPr lang="de-DE" err="1"/>
              <a:t>diam</a:t>
            </a:r>
            <a:r>
              <a:rPr lang="de-DE"/>
              <a:t> </a:t>
            </a:r>
            <a:r>
              <a:rPr lang="de-DE" err="1"/>
              <a:t>voluptua</a:t>
            </a:r>
            <a:r>
              <a:rPr lang="de-DE"/>
              <a:t>. At </a:t>
            </a:r>
            <a:r>
              <a:rPr lang="de-DE" err="1"/>
              <a:t>vero</a:t>
            </a:r>
            <a:r>
              <a:rPr lang="de-DE"/>
              <a:t> </a:t>
            </a:r>
            <a:r>
              <a:rPr lang="de-DE" err="1"/>
              <a:t>eos</a:t>
            </a:r>
            <a:r>
              <a:rPr lang="de-DE"/>
              <a:t> </a:t>
            </a:r>
            <a:r>
              <a:rPr lang="de-DE" err="1"/>
              <a:t>eirmod</a:t>
            </a:r>
            <a:r>
              <a:rPr lang="de-DE"/>
              <a:t> </a:t>
            </a:r>
            <a:r>
              <a:rPr lang="de-DE" err="1"/>
              <a:t>tempor</a:t>
            </a:r>
            <a:r>
              <a:rPr lang="de-DE"/>
              <a:t> </a:t>
            </a:r>
            <a:r>
              <a:rPr lang="de-DE" err="1"/>
              <a:t>invidunt</a:t>
            </a:r>
            <a:r>
              <a:rPr lang="de-DE"/>
              <a:t> </a:t>
            </a:r>
            <a:r>
              <a:rPr lang="de-DE" err="1"/>
              <a:t>ut</a:t>
            </a:r>
            <a:r>
              <a:rPr lang="de-DE"/>
              <a:t> </a:t>
            </a:r>
            <a:r>
              <a:rPr lang="de-DE" err="1"/>
              <a:t>labore</a:t>
            </a:r>
            <a:r>
              <a:rPr lang="de-DE"/>
              <a:t> et </a:t>
            </a:r>
            <a:r>
              <a:rPr lang="de-DE" err="1"/>
              <a:t>dolore</a:t>
            </a:r>
            <a:r>
              <a:rPr lang="de-DE"/>
              <a:t> magna </a:t>
            </a:r>
            <a:r>
              <a:rPr lang="de-DE" err="1"/>
              <a:t>aliquyam</a:t>
            </a:r>
            <a:r>
              <a:rPr lang="de-DE"/>
              <a:t> </a:t>
            </a:r>
            <a:r>
              <a:rPr lang="de-DE" err="1"/>
              <a:t>erat</a:t>
            </a:r>
            <a:r>
              <a:rPr lang="de-DE"/>
              <a:t>, </a:t>
            </a:r>
            <a:r>
              <a:rPr lang="de-DE" err="1"/>
              <a:t>sed</a:t>
            </a:r>
            <a:r>
              <a:rPr lang="de-DE"/>
              <a:t> </a:t>
            </a:r>
            <a:r>
              <a:rPr lang="de-DE" err="1"/>
              <a:t>diam</a:t>
            </a:r>
            <a:r>
              <a:rPr lang="de-DE"/>
              <a:t> </a:t>
            </a:r>
            <a:r>
              <a:rPr lang="de-DE" err="1"/>
              <a:t>voluptua</a:t>
            </a:r>
            <a:r>
              <a:rPr lang="de-DE"/>
              <a:t>. At </a:t>
            </a:r>
            <a:r>
              <a:rPr lang="de-DE" err="1"/>
              <a:t>vero</a:t>
            </a:r>
            <a:r>
              <a:rPr lang="de-DE"/>
              <a:t> </a:t>
            </a:r>
            <a:r>
              <a:rPr lang="de-DE" err="1"/>
              <a:t>eos</a:t>
            </a:r>
            <a:r>
              <a:rPr lang="de-DE"/>
              <a:t> et </a:t>
            </a:r>
            <a:r>
              <a:rPr lang="de-DE" err="1"/>
              <a:t>accusam</a:t>
            </a:r>
            <a:r>
              <a:rPr lang="de-DE"/>
              <a:t> et </a:t>
            </a:r>
            <a:r>
              <a:rPr lang="de-DE" err="1"/>
              <a:t>justo</a:t>
            </a:r>
            <a:r>
              <a:rPr lang="de-DE"/>
              <a:t> </a:t>
            </a:r>
            <a:r>
              <a:rPr lang="de-DE" err="1"/>
              <a:t>duo</a:t>
            </a:r>
            <a:r>
              <a:rPr lang="de-DE"/>
              <a:t> </a:t>
            </a:r>
            <a:r>
              <a:rPr lang="de-DE" err="1"/>
              <a:t>dolores</a:t>
            </a:r>
            <a:r>
              <a:rPr lang="de-DE"/>
              <a:t> et </a:t>
            </a:r>
            <a:r>
              <a:rPr lang="de-DE" err="1"/>
              <a:t>ea</a:t>
            </a:r>
            <a:r>
              <a:rPr lang="de-DE"/>
              <a:t> </a:t>
            </a:r>
            <a:r>
              <a:rPr lang="de-DE" err="1"/>
              <a:t>rebum</a:t>
            </a:r>
            <a:r>
              <a:rPr lang="de-DE"/>
              <a:t>. Stet </a:t>
            </a:r>
            <a:r>
              <a:rPr lang="de-DE" err="1"/>
              <a:t>clita</a:t>
            </a:r>
            <a:r>
              <a:rPr lang="de-DE"/>
              <a:t> </a:t>
            </a:r>
            <a:r>
              <a:rPr lang="de-DE" err="1"/>
              <a:t>kasd</a:t>
            </a:r>
            <a:r>
              <a:rPr lang="de-DE"/>
              <a:t> </a:t>
            </a:r>
            <a:r>
              <a:rPr lang="de-DE" err="1"/>
              <a:t>gubergren</a:t>
            </a:r>
            <a:r>
              <a:rPr lang="de-DE"/>
              <a:t>, </a:t>
            </a:r>
            <a:r>
              <a:rPr lang="de-DE" err="1"/>
              <a:t>no</a:t>
            </a:r>
            <a:r>
              <a:rPr lang="de-DE"/>
              <a:t> </a:t>
            </a:r>
            <a:r>
              <a:rPr lang="de-DE" err="1"/>
              <a:t>sea</a:t>
            </a:r>
            <a:r>
              <a:rPr lang="de-DE"/>
              <a:t> </a:t>
            </a:r>
            <a:r>
              <a:rPr lang="de-DE" err="1"/>
              <a:t>takimata</a:t>
            </a:r>
            <a:endParaRPr lang="de-DE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Headline Arial Regular 24pt, ZA: 28pt</a:t>
            </a:r>
            <a:br>
              <a:rPr lang="de-DE"/>
            </a:br>
            <a:r>
              <a:rPr lang="de-DE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Arial Regular 18pt, ZA: 24pt </a:t>
            </a:r>
            <a:br>
              <a:rPr lang="de-DE"/>
            </a:br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, </a:t>
            </a:r>
            <a:r>
              <a:rPr lang="de-DE" err="1"/>
              <a:t>consetetur</a:t>
            </a:r>
            <a:r>
              <a:rPr lang="de-DE"/>
              <a:t> </a:t>
            </a:r>
            <a:r>
              <a:rPr lang="de-DE" err="1"/>
              <a:t>sadipscing</a:t>
            </a:r>
            <a:r>
              <a:rPr lang="de-DE"/>
              <a:t> </a:t>
            </a:r>
            <a:r>
              <a:rPr lang="de-DE" err="1"/>
              <a:t>elitr</a:t>
            </a:r>
            <a:r>
              <a:rPr lang="de-DE"/>
              <a:t>, sed </a:t>
            </a:r>
            <a:r>
              <a:rPr lang="de-DE" err="1"/>
              <a:t>diam</a:t>
            </a:r>
            <a:r>
              <a:rPr lang="de-DE"/>
              <a:t> </a:t>
            </a:r>
            <a:r>
              <a:rPr lang="de-DE" err="1"/>
              <a:t>nonumy</a:t>
            </a:r>
            <a:r>
              <a:rPr lang="de-DE"/>
              <a:t> </a:t>
            </a:r>
            <a:r>
              <a:rPr lang="de-DE" err="1"/>
              <a:t>eirmod</a:t>
            </a:r>
            <a:r>
              <a:rPr lang="de-DE"/>
              <a:t> </a:t>
            </a:r>
            <a:r>
              <a:rPr lang="de-DE" err="1"/>
              <a:t>tempor</a:t>
            </a:r>
            <a:r>
              <a:rPr lang="de-DE"/>
              <a:t> </a:t>
            </a:r>
            <a:r>
              <a:rPr lang="de-DE" err="1"/>
              <a:t>invidunt</a:t>
            </a:r>
            <a:r>
              <a:rPr lang="de-DE"/>
              <a:t> </a:t>
            </a:r>
            <a:r>
              <a:rPr lang="de-DE" err="1"/>
              <a:t>ut</a:t>
            </a:r>
            <a:r>
              <a:rPr lang="de-DE"/>
              <a:t> </a:t>
            </a:r>
            <a:r>
              <a:rPr lang="de-DE" err="1"/>
              <a:t>labore</a:t>
            </a:r>
            <a:r>
              <a:rPr lang="de-DE"/>
              <a:t> et </a:t>
            </a:r>
            <a:r>
              <a:rPr lang="de-DE" err="1"/>
              <a:t>dolore</a:t>
            </a:r>
            <a:r>
              <a:rPr lang="de-DE"/>
              <a:t> magna </a:t>
            </a:r>
            <a:r>
              <a:rPr lang="de-DE" err="1"/>
              <a:t>aliquyam</a:t>
            </a:r>
            <a:r>
              <a:rPr lang="de-DE"/>
              <a:t> erat, sed </a:t>
            </a:r>
            <a:r>
              <a:rPr lang="de-DE" err="1"/>
              <a:t>diam</a:t>
            </a:r>
            <a:r>
              <a:rPr lang="de-DE"/>
              <a:t> </a:t>
            </a:r>
            <a:r>
              <a:rPr lang="de-DE" err="1"/>
              <a:t>voluptua</a:t>
            </a:r>
            <a:r>
              <a:rPr lang="de-DE"/>
              <a:t>. At </a:t>
            </a:r>
            <a:r>
              <a:rPr lang="de-DE" err="1"/>
              <a:t>vero</a:t>
            </a:r>
            <a:r>
              <a:rPr lang="de-DE"/>
              <a:t> </a:t>
            </a:r>
            <a:r>
              <a:rPr lang="de-DE" err="1"/>
              <a:t>eos</a:t>
            </a:r>
            <a:r>
              <a:rPr lang="de-DE"/>
              <a:t> </a:t>
            </a:r>
            <a:r>
              <a:rPr lang="de-DE" err="1"/>
              <a:t>eirmod</a:t>
            </a:r>
            <a:r>
              <a:rPr lang="de-DE"/>
              <a:t> </a:t>
            </a:r>
            <a:r>
              <a:rPr lang="de-DE" err="1"/>
              <a:t>tempor</a:t>
            </a:r>
            <a:r>
              <a:rPr lang="de-DE"/>
              <a:t> </a:t>
            </a:r>
            <a:r>
              <a:rPr lang="de-DE" err="1"/>
              <a:t>invidunt</a:t>
            </a:r>
            <a:r>
              <a:rPr lang="de-DE"/>
              <a:t> </a:t>
            </a:r>
            <a:r>
              <a:rPr lang="de-DE" err="1"/>
              <a:t>ut</a:t>
            </a:r>
            <a:r>
              <a:rPr lang="de-DE"/>
              <a:t> </a:t>
            </a:r>
            <a:r>
              <a:rPr lang="de-DE" err="1"/>
              <a:t>labore</a:t>
            </a:r>
            <a:r>
              <a:rPr lang="de-DE"/>
              <a:t> et </a:t>
            </a:r>
            <a:r>
              <a:rPr lang="de-DE" err="1"/>
              <a:t>dolore</a:t>
            </a:r>
            <a:r>
              <a:rPr lang="de-DE"/>
              <a:t> magna </a:t>
            </a:r>
            <a:r>
              <a:rPr lang="de-DE" err="1"/>
              <a:t>aliquyam</a:t>
            </a:r>
            <a:r>
              <a:rPr lang="de-DE"/>
              <a:t> </a:t>
            </a:r>
            <a:r>
              <a:rPr lang="de-DE" err="1"/>
              <a:t>erat</a:t>
            </a:r>
            <a:r>
              <a:rPr lang="de-DE"/>
              <a:t>, </a:t>
            </a:r>
            <a:r>
              <a:rPr lang="de-DE" err="1"/>
              <a:t>sed</a:t>
            </a:r>
            <a:r>
              <a:rPr lang="de-DE"/>
              <a:t> </a:t>
            </a:r>
            <a:r>
              <a:rPr lang="de-DE" err="1"/>
              <a:t>diam</a:t>
            </a:r>
            <a:r>
              <a:rPr lang="de-DE"/>
              <a:t> </a:t>
            </a:r>
            <a:r>
              <a:rPr lang="de-DE" err="1"/>
              <a:t>voluptua</a:t>
            </a:r>
            <a:r>
              <a:rPr lang="de-DE"/>
              <a:t>. At </a:t>
            </a:r>
            <a:r>
              <a:rPr lang="de-DE" err="1"/>
              <a:t>vero</a:t>
            </a:r>
            <a:r>
              <a:rPr lang="de-DE"/>
              <a:t> </a:t>
            </a:r>
            <a:r>
              <a:rPr lang="de-DE" err="1"/>
              <a:t>eos</a:t>
            </a:r>
            <a:r>
              <a:rPr lang="de-DE"/>
              <a:t> et </a:t>
            </a:r>
            <a:r>
              <a:rPr lang="de-DE" err="1"/>
              <a:t>accusam</a:t>
            </a:r>
            <a:r>
              <a:rPr lang="de-DE"/>
              <a:t> et </a:t>
            </a:r>
            <a:r>
              <a:rPr lang="de-DE" err="1"/>
              <a:t>justo</a:t>
            </a:r>
            <a:r>
              <a:rPr lang="de-DE"/>
              <a:t> </a:t>
            </a:r>
            <a:r>
              <a:rPr lang="de-DE" err="1"/>
              <a:t>duo</a:t>
            </a:r>
            <a:r>
              <a:rPr lang="de-DE"/>
              <a:t> </a:t>
            </a:r>
            <a:r>
              <a:rPr lang="de-DE" err="1"/>
              <a:t>dolores</a:t>
            </a:r>
            <a:r>
              <a:rPr lang="de-DE"/>
              <a:t> et </a:t>
            </a:r>
            <a:r>
              <a:rPr lang="de-DE" err="1"/>
              <a:t>ea</a:t>
            </a:r>
            <a:r>
              <a:rPr lang="de-DE"/>
              <a:t> </a:t>
            </a:r>
            <a:r>
              <a:rPr lang="de-DE" err="1"/>
              <a:t>rebum</a:t>
            </a:r>
            <a:r>
              <a:rPr lang="de-DE"/>
              <a:t>. Stet </a:t>
            </a:r>
            <a:r>
              <a:rPr lang="de-DE" err="1"/>
              <a:t>clita</a:t>
            </a:r>
            <a:r>
              <a:rPr lang="de-DE"/>
              <a:t> </a:t>
            </a:r>
            <a:r>
              <a:rPr lang="de-DE" err="1"/>
              <a:t>kasd</a:t>
            </a:r>
            <a:r>
              <a:rPr lang="de-DE"/>
              <a:t> </a:t>
            </a:r>
            <a:r>
              <a:rPr lang="de-DE" err="1"/>
              <a:t>gubergren</a:t>
            </a:r>
            <a:r>
              <a:rPr lang="de-DE"/>
              <a:t>, </a:t>
            </a:r>
            <a:r>
              <a:rPr lang="de-DE" err="1"/>
              <a:t>no</a:t>
            </a:r>
            <a:r>
              <a:rPr lang="de-DE"/>
              <a:t> </a:t>
            </a:r>
            <a:r>
              <a:rPr lang="de-DE" err="1"/>
              <a:t>sea</a:t>
            </a:r>
            <a:r>
              <a:rPr lang="de-DE"/>
              <a:t> </a:t>
            </a:r>
            <a:r>
              <a:rPr lang="de-DE" err="1"/>
              <a:t>takimata</a:t>
            </a:r>
            <a:br>
              <a:rPr lang="de-DE"/>
            </a:br>
            <a:r>
              <a:rPr lang="de-DE"/>
              <a:t>sanctus </a:t>
            </a:r>
            <a:r>
              <a:rPr lang="de-DE" err="1"/>
              <a:t>est</a:t>
            </a:r>
            <a:r>
              <a:rPr lang="de-DE"/>
              <a:t> </a:t>
            </a:r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. </a:t>
            </a:r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endParaRPr lang="de-DE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Headline Arial Regular 24pt, ZA: 28pt</a:t>
            </a:r>
            <a:br>
              <a:rPr lang="de-DE"/>
            </a:br>
            <a:r>
              <a:rPr lang="de-DE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Aufzählung 1. Ebene Arial Regular 18 </a:t>
            </a:r>
            <a:r>
              <a:rPr lang="de-DE" err="1"/>
              <a:t>pt</a:t>
            </a:r>
            <a:r>
              <a:rPr lang="de-DE"/>
              <a:t>, ZA: 24 </a:t>
            </a:r>
            <a:r>
              <a:rPr lang="de-DE" err="1"/>
              <a:t>pt</a:t>
            </a:r>
            <a:endParaRPr lang="de-DE"/>
          </a:p>
          <a:p>
            <a:pPr lvl="1"/>
            <a:r>
              <a:rPr lang="de-DE"/>
              <a:t>2. Ebene</a:t>
            </a:r>
          </a:p>
          <a:p>
            <a:pPr lvl="2"/>
            <a:r>
              <a:rPr lang="de-DE"/>
              <a:t>3. Ebene</a:t>
            </a:r>
          </a:p>
          <a:p>
            <a:pPr lvl="3"/>
            <a:r>
              <a:rPr lang="de-DE"/>
              <a:t>4. Ebene</a:t>
            </a:r>
          </a:p>
          <a:p>
            <a:pPr lvl="4"/>
            <a:r>
              <a:rPr lang="de-DE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Headline Arial Regular 24pt, ZA: 28pt</a:t>
            </a:r>
            <a:br>
              <a:rPr lang="de-DE"/>
            </a:br>
            <a:r>
              <a:rPr lang="de-DE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sv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FF88A13-194B-9248-BDFD-1579E6D3EC48}"/>
              </a:ext>
            </a:extLst>
          </p:cNvPr>
          <p:cNvSpPr txBox="1"/>
          <p:nvPr userDrawn="1"/>
        </p:nvSpPr>
        <p:spPr>
          <a:xfrm>
            <a:off x="550800" y="6399924"/>
            <a:ext cx="1074739" cy="1904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675EF3AE-78B3-9641-A88A-C3B5FFA9245E}" type="slidenum">
              <a:rPr lang="de-DE" sz="12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de-DE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6184FE9-ADE0-F94C-90C6-58CFCA50F9A4}"/>
              </a:ext>
            </a:extLst>
          </p:cNvPr>
          <p:cNvSpPr txBox="1"/>
          <p:nvPr userDrawn="1"/>
        </p:nvSpPr>
        <p:spPr>
          <a:xfrm>
            <a:off x="1625600" y="6399924"/>
            <a:ext cx="7615318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Emirhan, Eduard, Mikolaj | Scalable Software Systems | </a:t>
            </a:r>
            <a:r>
              <a:rPr lang="de-DE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</a:t>
            </a: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</a:t>
            </a: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13. </a:t>
            </a:r>
            <a:r>
              <a:rPr lang="de-DE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July</a:t>
            </a: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1566C600-4B84-5842-B3E8-43C0EE42DEAE}"/>
              </a:ext>
            </a:extLst>
          </p:cNvPr>
          <p:cNvSpPr txBox="1"/>
          <p:nvPr/>
        </p:nvSpPr>
        <p:spPr>
          <a:xfrm>
            <a:off x="550801" y="4973943"/>
            <a:ext cx="8328079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de-DE" sz="3000">
                <a:solidFill>
                  <a:schemeClr val="bg1"/>
                </a:solidFill>
                <a:latin typeface="Arial"/>
                <a:cs typeface="Arial"/>
              </a:rPr>
              <a:t>Gamba – a </a:t>
            </a:r>
            <a:r>
              <a:rPr lang="de-DE" sz="3000" err="1">
                <a:solidFill>
                  <a:schemeClr val="bg1"/>
                </a:solidFill>
                <a:latin typeface="Arial"/>
                <a:cs typeface="Arial"/>
              </a:rPr>
              <a:t>distributed</a:t>
            </a:r>
            <a:r>
              <a:rPr lang="de-DE" sz="300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de-DE" sz="3000" err="1">
                <a:solidFill>
                  <a:schemeClr val="bg1"/>
                </a:solidFill>
                <a:latin typeface="Arial"/>
                <a:cs typeface="Arial"/>
              </a:rPr>
              <a:t>event</a:t>
            </a:r>
            <a:r>
              <a:rPr lang="de-DE" sz="300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de-DE" sz="3000" err="1">
                <a:solidFill>
                  <a:schemeClr val="bg1"/>
                </a:solidFill>
                <a:latin typeface="Arial"/>
                <a:cs typeface="Arial"/>
              </a:rPr>
              <a:t>organisation</a:t>
            </a:r>
            <a:r>
              <a:rPr lang="de-DE" sz="300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de-DE" sz="3000" err="1">
                <a:solidFill>
                  <a:schemeClr val="bg1"/>
                </a:solidFill>
                <a:latin typeface="Arial"/>
                <a:cs typeface="Arial"/>
              </a:rPr>
              <a:t>app</a:t>
            </a:r>
            <a:endParaRPr lang="de-DE" sz="300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DD8A406-EC2B-3942-821D-690FFD0DA113}"/>
              </a:ext>
            </a:extLst>
          </p:cNvPr>
          <p:cNvSpPr txBox="1"/>
          <p:nvPr/>
        </p:nvSpPr>
        <p:spPr>
          <a:xfrm>
            <a:off x="550801" y="6085778"/>
            <a:ext cx="10695376" cy="2834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ts val="2400"/>
              </a:lnSpc>
              <a:defRPr/>
            </a:pPr>
            <a:r>
              <a:rPr lang="de-DE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Emirhan, Eduard, Mikolaj | </a:t>
            </a:r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Scalable Software Systems</a:t>
            </a:r>
            <a:r>
              <a:rPr lang="de-DE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de-DE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</a:t>
            </a:r>
            <a:r>
              <a:rPr lang="de-DE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</a:t>
            </a:r>
            <a:r>
              <a:rPr lang="de-DE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13. </a:t>
            </a:r>
            <a:r>
              <a:rPr lang="de-DE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July</a:t>
            </a:r>
            <a:r>
              <a:rPr lang="de-DE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2026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092D3C4-1570-44BA-83C2-B02B4D8EC256}"/>
              </a:ext>
            </a:extLst>
          </p:cNvPr>
          <p:cNvSpPr txBox="1"/>
          <p:nvPr/>
        </p:nvSpPr>
        <p:spPr>
          <a:xfrm>
            <a:off x="8624869" y="1312313"/>
            <a:ext cx="276999" cy="69111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de-DE" sz="600">
                <a:solidFill>
                  <a:schemeClr val="bg1"/>
                </a:solidFill>
              </a:rPr>
              <a:t>© Philipp Arnoldt</a:t>
            </a:r>
          </a:p>
        </p:txBody>
      </p:sp>
    </p:spTree>
    <p:extLst>
      <p:ext uri="{BB962C8B-B14F-4D97-AF65-F5344CB8AC3E}">
        <p14:creationId xmlns:p14="http://schemas.microsoft.com/office/powerpoint/2010/main" val="66884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53DF89-5DDC-7F3D-6CB0-31823BB8DD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err="1">
                <a:latin typeface="Arial"/>
                <a:cs typeface="Arial"/>
              </a:rPr>
              <a:t>Gamba</a:t>
            </a:r>
            <a:r>
              <a:rPr lang="en-US">
                <a:latin typeface="Arial"/>
                <a:cs typeface="Arial"/>
              </a:rPr>
              <a:t>: Product DEMO</a:t>
            </a:r>
            <a:endParaRPr lang="en-US"/>
          </a:p>
        </p:txBody>
      </p:sp>
      <p:pic>
        <p:nvPicPr>
          <p:cNvPr id="5" name="gamba_product_demo">
            <a:hlinkClick r:id="" action="ppaction://media"/>
            <a:extLst>
              <a:ext uri="{FF2B5EF4-FFF2-40B4-BE49-F238E27FC236}">
                <a16:creationId xmlns:a16="http://schemas.microsoft.com/office/drawing/2014/main" id="{04977907-D68C-4FAA-AC63-AEF41F21315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34570" y="1266372"/>
            <a:ext cx="6516461" cy="452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537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6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DBDE21-4AC1-EB4D-9875-252AE5A899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err="1">
                <a:latin typeface="Arial"/>
                <a:cs typeface="Arial"/>
              </a:rPr>
              <a:t>Application</a:t>
            </a:r>
            <a:r>
              <a:rPr lang="de-DE">
                <a:latin typeface="Arial"/>
                <a:cs typeface="Arial"/>
              </a:rPr>
              <a:t> Architecture</a:t>
            </a:r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3E074C-071F-9FC8-45F0-6A43CEEAE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084" y="1201510"/>
            <a:ext cx="804636" cy="8118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32911B-5506-6259-26A8-F72636E58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083" y="2108652"/>
            <a:ext cx="804636" cy="8118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AB6A19-E33F-1396-5FC1-D3F9B4597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083" y="3052081"/>
            <a:ext cx="804636" cy="8118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C3E09A-3BFA-0356-B2B1-DE87DD9D1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083" y="3995510"/>
            <a:ext cx="804636" cy="8118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D6DB7F-668E-03DF-0F19-3F8C888C8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084" y="4938938"/>
            <a:ext cx="804636" cy="8118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3374EA-5422-2F04-12FC-1A6B999B1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944" y="3040742"/>
            <a:ext cx="1045029" cy="10740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AF71DF-9E41-CFF8-8F1D-84558DF1C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5655" y="1779903"/>
            <a:ext cx="1142094" cy="10840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1AE58C-3800-1735-C2BA-09BB7890F5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759" y="4114800"/>
            <a:ext cx="1230086" cy="10740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59A76F-9BA5-169D-8C5C-8B66813119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0164" y="2167164"/>
            <a:ext cx="1507672" cy="1500414"/>
          </a:xfrm>
          <a:prstGeom prst="rect">
            <a:avLst/>
          </a:prstGeom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6C8DD827-D081-9E95-BB83-9B7C840A0100}"/>
              </a:ext>
            </a:extLst>
          </p:cNvPr>
          <p:cNvCxnSpPr/>
          <p:nvPr/>
        </p:nvCxnSpPr>
        <p:spPr>
          <a:xfrm flipV="1">
            <a:off x="2894390" y="1686379"/>
            <a:ext cx="1967291" cy="18868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1709E9B-8357-584B-BC15-4395AEBA29C1}"/>
              </a:ext>
            </a:extLst>
          </p:cNvPr>
          <p:cNvCxnSpPr/>
          <p:nvPr/>
        </p:nvCxnSpPr>
        <p:spPr>
          <a:xfrm>
            <a:off x="2926141" y="3579585"/>
            <a:ext cx="1905000" cy="8360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00AB168-EF79-756F-2896-E757BB84C6FF}"/>
              </a:ext>
            </a:extLst>
          </p:cNvPr>
          <p:cNvCxnSpPr/>
          <p:nvPr/>
        </p:nvCxnSpPr>
        <p:spPr>
          <a:xfrm flipV="1">
            <a:off x="2936724" y="2563586"/>
            <a:ext cx="1883833" cy="10159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944B087B-1E52-77B8-ABA1-D64445C62B05}"/>
              </a:ext>
            </a:extLst>
          </p:cNvPr>
          <p:cNvCxnSpPr/>
          <p:nvPr/>
        </p:nvCxnSpPr>
        <p:spPr>
          <a:xfrm flipV="1">
            <a:off x="2908087" y="3491806"/>
            <a:ext cx="1944220" cy="952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3E6CFD3-BBC1-E04D-D630-3BB9A2190161}"/>
              </a:ext>
            </a:extLst>
          </p:cNvPr>
          <p:cNvCxnSpPr/>
          <p:nvPr/>
        </p:nvCxnSpPr>
        <p:spPr>
          <a:xfrm>
            <a:off x="2913690" y="3575850"/>
            <a:ext cx="1927411" cy="18433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85D2BE6C-A573-1CD7-BCE8-99F7186A9B1A}"/>
              </a:ext>
            </a:extLst>
          </p:cNvPr>
          <p:cNvCxnSpPr/>
          <p:nvPr/>
        </p:nvCxnSpPr>
        <p:spPr>
          <a:xfrm>
            <a:off x="5803466" y="1689790"/>
            <a:ext cx="2762006" cy="12844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5761E02-125A-1A23-56E6-FB1A86154B70}"/>
              </a:ext>
            </a:extLst>
          </p:cNvPr>
          <p:cNvCxnSpPr/>
          <p:nvPr/>
        </p:nvCxnSpPr>
        <p:spPr>
          <a:xfrm>
            <a:off x="5811850" y="2558405"/>
            <a:ext cx="2737963" cy="40909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4418E1C-C3AA-9052-2AB8-13ED1371903F}"/>
              </a:ext>
            </a:extLst>
          </p:cNvPr>
          <p:cNvCxnSpPr/>
          <p:nvPr/>
        </p:nvCxnSpPr>
        <p:spPr>
          <a:xfrm flipV="1">
            <a:off x="5825429" y="2975353"/>
            <a:ext cx="2702350" cy="53025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2761DD8-C047-F513-CC5B-F4A779E63352}"/>
              </a:ext>
            </a:extLst>
          </p:cNvPr>
          <p:cNvCxnSpPr/>
          <p:nvPr/>
        </p:nvCxnSpPr>
        <p:spPr>
          <a:xfrm>
            <a:off x="7173335" y="3505434"/>
            <a:ext cx="10583" cy="196153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0F7F8EB-F7D6-6E4B-6CA3-AD2E8E54FA6D}"/>
              </a:ext>
            </a:extLst>
          </p:cNvPr>
          <p:cNvCxnSpPr/>
          <p:nvPr/>
        </p:nvCxnSpPr>
        <p:spPr>
          <a:xfrm flipV="1">
            <a:off x="5801735" y="4503408"/>
            <a:ext cx="1376516" cy="1058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4F38AD9-F607-F257-74E9-54FF664F2DF8}"/>
              </a:ext>
            </a:extLst>
          </p:cNvPr>
          <p:cNvCxnSpPr>
            <a:cxnSpLocks/>
          </p:cNvCxnSpPr>
          <p:nvPr/>
        </p:nvCxnSpPr>
        <p:spPr>
          <a:xfrm flipV="1">
            <a:off x="5808991" y="5461350"/>
            <a:ext cx="1376516" cy="1058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F47979F-3310-A2C1-1523-D48EAB14B4FE}"/>
              </a:ext>
            </a:extLst>
          </p:cNvPr>
          <p:cNvCxnSpPr/>
          <p:nvPr/>
        </p:nvCxnSpPr>
        <p:spPr>
          <a:xfrm>
            <a:off x="7178251" y="4714567"/>
            <a:ext cx="493719" cy="3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A0B440E-0C43-7477-F910-178B2ED0A1B0}"/>
              </a:ext>
            </a:extLst>
          </p:cNvPr>
          <p:cNvCxnSpPr/>
          <p:nvPr/>
        </p:nvCxnSpPr>
        <p:spPr>
          <a:xfrm flipV="1">
            <a:off x="9191523" y="3616164"/>
            <a:ext cx="10583" cy="1017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78304F7-0446-4819-9CBE-BD99A26C1E64}"/>
              </a:ext>
            </a:extLst>
          </p:cNvPr>
          <p:cNvCxnSpPr>
            <a:cxnSpLocks/>
          </p:cNvCxnSpPr>
          <p:nvPr/>
        </p:nvCxnSpPr>
        <p:spPr>
          <a:xfrm>
            <a:off x="8933770" y="4643210"/>
            <a:ext cx="268336" cy="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F40EBAB-4E6D-C2ED-9D10-4E59E2541AC2}"/>
              </a:ext>
            </a:extLst>
          </p:cNvPr>
          <p:cNvSpPr txBox="1"/>
          <p:nvPr/>
        </p:nvSpPr>
        <p:spPr>
          <a:xfrm>
            <a:off x="-2811224" y="1639612"/>
            <a:ext cx="279679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Calibri"/>
                <a:cs typeface="Calibri"/>
              </a:rPr>
              <a:t>Strategies to mitigate overloading:</a:t>
            </a:r>
          </a:p>
          <a:p>
            <a:pPr marL="342900" indent="-342900">
              <a:buAutoNum type="arabicParenR"/>
            </a:pPr>
            <a:r>
              <a:rPr lang="en-US" sz="1400">
                <a:ea typeface="Calibri"/>
                <a:cs typeface="Calibri"/>
              </a:rPr>
              <a:t>Rate Limiter</a:t>
            </a:r>
          </a:p>
          <a:p>
            <a:pPr marL="342900" indent="-342900">
              <a:buAutoNum type="arabicParenR"/>
            </a:pPr>
            <a:r>
              <a:rPr lang="en-US" sz="1400">
                <a:ea typeface="Calibri"/>
                <a:cs typeface="Calibri"/>
              </a:rPr>
              <a:t>Load Shedding</a:t>
            </a:r>
          </a:p>
          <a:p>
            <a:pPr marL="342900" indent="-342900">
              <a:buAutoNum type="arabicParenR"/>
            </a:pPr>
            <a:r>
              <a:rPr lang="en-US" sz="1400">
                <a:ea typeface="Calibri"/>
                <a:cs typeface="Calibri"/>
              </a:rPr>
              <a:t>Caching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C08B67-BD18-71E5-4454-83CE8D4EF7B9}"/>
              </a:ext>
            </a:extLst>
          </p:cNvPr>
          <p:cNvSpPr txBox="1"/>
          <p:nvPr/>
        </p:nvSpPr>
        <p:spPr>
          <a:xfrm>
            <a:off x="45775" y="4181230"/>
            <a:ext cx="1712686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Rate Limiter: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60 req/s per IP (*backend nodes, potentially 300req/s/IP)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0856C6-638C-1C9E-4711-C9112A4E8D14}"/>
              </a:ext>
            </a:extLst>
          </p:cNvPr>
          <p:cNvSpPr txBox="1"/>
          <p:nvPr/>
        </p:nvSpPr>
        <p:spPr>
          <a:xfrm>
            <a:off x="1758460" y="5044829"/>
            <a:ext cx="281577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Load Shedding:</a:t>
            </a:r>
            <a:endParaRPr lang="en-US"/>
          </a:p>
          <a:p>
            <a:pPr marL="342900" indent="-34290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p95 latency</a:t>
            </a:r>
          </a:p>
          <a:p>
            <a:pPr marL="342900" indent="-34290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In-flight connections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C31617-5B38-C6BA-13CB-13798A47E4C7}"/>
              </a:ext>
            </a:extLst>
          </p:cNvPr>
          <p:cNvCxnSpPr/>
          <p:nvPr/>
        </p:nvCxnSpPr>
        <p:spPr>
          <a:xfrm flipV="1">
            <a:off x="1195754" y="3727938"/>
            <a:ext cx="656492" cy="422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32B9290-CAF2-6B37-429A-38AB68AB89E9}"/>
              </a:ext>
            </a:extLst>
          </p:cNvPr>
          <p:cNvCxnSpPr/>
          <p:nvPr/>
        </p:nvCxnSpPr>
        <p:spPr>
          <a:xfrm flipH="1" flipV="1">
            <a:off x="2649415" y="4103076"/>
            <a:ext cx="23446" cy="84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13816F4-A2F6-E4FA-E72D-67150C26CFC6}"/>
              </a:ext>
            </a:extLst>
          </p:cNvPr>
          <p:cNvSpPr txBox="1"/>
          <p:nvPr/>
        </p:nvSpPr>
        <p:spPr>
          <a:xfrm>
            <a:off x="9066402" y="5320600"/>
            <a:ext cx="10087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Caching</a:t>
            </a:r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25F3A11-D883-FDB8-40BC-C1C551CB170C}"/>
              </a:ext>
            </a:extLst>
          </p:cNvPr>
          <p:cNvCxnSpPr/>
          <p:nvPr/>
        </p:nvCxnSpPr>
        <p:spPr>
          <a:xfrm flipH="1" flipV="1">
            <a:off x="8721969" y="5111261"/>
            <a:ext cx="386861" cy="117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090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95FE9-C671-C20F-84C9-EDB27C44FD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Scaling out </a:t>
            </a:r>
            <a:r>
              <a:rPr lang="en-US">
                <a:latin typeface="Arial"/>
                <a:cs typeface="Arial"/>
              </a:rPr>
              <a:t>performance</a:t>
            </a:r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872CFB0-5343-3882-1CB3-0FE9F56E9A39}"/>
              </a:ext>
            </a:extLst>
          </p:cNvPr>
          <p:cNvGrpSpPr/>
          <p:nvPr/>
        </p:nvGrpSpPr>
        <p:grpSpPr>
          <a:xfrm>
            <a:off x="428171" y="3431161"/>
            <a:ext cx="4186057" cy="2332468"/>
            <a:chOff x="435428" y="1928932"/>
            <a:chExt cx="4186057" cy="233246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4CC7274-CE14-F3E7-5FE1-BFECD77A3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-714" t="1070" r="84116" b="49847"/>
            <a:stretch>
              <a:fillRect/>
            </a:stretch>
          </p:blipFill>
          <p:spPr>
            <a:xfrm>
              <a:off x="435428" y="1928933"/>
              <a:ext cx="2023576" cy="233246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DF48EC0-2AD9-38F6-2344-8DC14B116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1350" t="1070" r="49970" b="49847"/>
            <a:stretch>
              <a:fillRect/>
            </a:stretch>
          </p:blipFill>
          <p:spPr>
            <a:xfrm>
              <a:off x="2344056" y="1928932"/>
              <a:ext cx="2277429" cy="2332467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F32D50F-2F7E-C18C-F849-E66AF93780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4" r="50131" b="49918"/>
          <a:stretch>
            <a:fillRect/>
          </a:stretch>
        </p:blipFill>
        <p:spPr>
          <a:xfrm>
            <a:off x="5399314" y="3433902"/>
            <a:ext cx="6080041" cy="23285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FCACFD-AB7F-1009-D8BF-BE02B53D5BCC}"/>
              </a:ext>
            </a:extLst>
          </p:cNvPr>
          <p:cNvSpPr txBox="1"/>
          <p:nvPr/>
        </p:nvSpPr>
        <p:spPr>
          <a:xfrm>
            <a:off x="768596" y="291341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3 node cluster p95 = 1.4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FA5682-D3C6-018F-9833-2782CD37DA83}"/>
              </a:ext>
            </a:extLst>
          </p:cNvPr>
          <p:cNvSpPr txBox="1"/>
          <p:nvPr/>
        </p:nvSpPr>
        <p:spPr>
          <a:xfrm>
            <a:off x="5829464" y="292132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5 node cluster p95 = 1.38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4FFB6E-A7B4-DDE1-7C56-CC9795BAE60A}"/>
              </a:ext>
            </a:extLst>
          </p:cNvPr>
          <p:cNvSpPr txBox="1"/>
          <p:nvPr/>
        </p:nvSpPr>
        <p:spPr>
          <a:xfrm>
            <a:off x="554841" y="1394030"/>
            <a:ext cx="32874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Machine type: e2-standard-2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F68D0A-26F3-C403-9F3C-B7D3F7EBF567}"/>
              </a:ext>
            </a:extLst>
          </p:cNvPr>
          <p:cNvSpPr txBox="1"/>
          <p:nvPr/>
        </p:nvSpPr>
        <p:spPr>
          <a:xfrm>
            <a:off x="5543795" y="21375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1 node cluster p95 = 3.64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F0D626-27C0-BC75-371D-B1DCFB9047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40" r="50058" b="49929"/>
          <a:stretch>
            <a:fillRect/>
          </a:stretch>
        </p:blipFill>
        <p:spPr>
          <a:xfrm>
            <a:off x="5399314" y="733863"/>
            <a:ext cx="4985833" cy="196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16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0C887-27BC-FA81-D91C-C50BB770E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F8B2B8-4AE7-9CF0-AB4A-119E99A8EE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Scaling out and up performance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C7E609-F53E-76A3-4971-CC18B1368F68}"/>
              </a:ext>
            </a:extLst>
          </p:cNvPr>
          <p:cNvSpPr txBox="1"/>
          <p:nvPr/>
        </p:nvSpPr>
        <p:spPr>
          <a:xfrm>
            <a:off x="768596" y="291341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3 node cluster p95 = 1.8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FC2CF6-F6DB-8DD6-7B4E-4AFC1B628B08}"/>
              </a:ext>
            </a:extLst>
          </p:cNvPr>
          <p:cNvSpPr txBox="1"/>
          <p:nvPr/>
        </p:nvSpPr>
        <p:spPr>
          <a:xfrm>
            <a:off x="5829464" y="291407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5 node cluster p95 = 1.56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3DC4D6-A988-7074-3122-39F7BA64EE20}"/>
              </a:ext>
            </a:extLst>
          </p:cNvPr>
          <p:cNvSpPr txBox="1"/>
          <p:nvPr/>
        </p:nvSpPr>
        <p:spPr>
          <a:xfrm>
            <a:off x="554841" y="1394030"/>
            <a:ext cx="32874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Machine type: e2-standard-4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6D9C80-EA85-39BA-DF4A-F8C4A2617C4B}"/>
              </a:ext>
            </a:extLst>
          </p:cNvPr>
          <p:cNvSpPr txBox="1"/>
          <p:nvPr/>
        </p:nvSpPr>
        <p:spPr>
          <a:xfrm>
            <a:off x="5565566" y="31535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1 node cluster p95 = 5.7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5150E2-6167-F38C-416C-B1921E8156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9" r="50058" b="49707"/>
          <a:stretch>
            <a:fillRect/>
          </a:stretch>
        </p:blipFill>
        <p:spPr>
          <a:xfrm>
            <a:off x="5399314" y="841805"/>
            <a:ext cx="5109203" cy="19694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93620AF-E360-1D51-90DB-4D91971755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49" r="50058" b="49986"/>
          <a:stretch>
            <a:fillRect/>
          </a:stretch>
        </p:blipFill>
        <p:spPr>
          <a:xfrm>
            <a:off x="246742" y="3496416"/>
            <a:ext cx="4702804" cy="22047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44368E-03B1-9E9D-A8BA-3D3215B639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90" r="50076" b="50454"/>
          <a:stretch>
            <a:fillRect/>
          </a:stretch>
        </p:blipFill>
        <p:spPr>
          <a:xfrm>
            <a:off x="5399314" y="3426052"/>
            <a:ext cx="6086771" cy="234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757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D7923-D050-7A57-020C-3B98F2E3C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926CFBC-2D56-6305-EF19-27302DB4FA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>
                <a:latin typeface="Arial"/>
                <a:cs typeface="Arial"/>
              </a:rPr>
              <a:t>BACKUP: </a:t>
            </a:r>
            <a:r>
              <a:rPr lang="de-DE">
                <a:latin typeface="Arial"/>
                <a:cs typeface="Arial"/>
              </a:rPr>
              <a:t>UI Showcase</a:t>
            </a:r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FDB2F6-3A7C-FA3B-B306-558493C377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55626" y="1208767"/>
            <a:ext cx="8744863" cy="464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933575"/>
      </p:ext>
    </p:extLst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592251ED057C14B813AF005F09CDDB1" ma:contentTypeVersion="4" ma:contentTypeDescription="Ein neues Dokument erstellen." ma:contentTypeScope="" ma:versionID="7cd70b3817e93392d8bd164e35e95de7">
  <xsd:schema xmlns:xsd="http://www.w3.org/2001/XMLSchema" xmlns:xs="http://www.w3.org/2001/XMLSchema" xmlns:p="http://schemas.microsoft.com/office/2006/metadata/properties" xmlns:ns3="d4a095f2-7d2d-4082-90e9-1c5cf342fb0f" targetNamespace="http://schemas.microsoft.com/office/2006/metadata/properties" ma:root="true" ma:fieldsID="5d6545d2fabb10a42fb0f2070275be1e" ns3:_="">
    <xsd:import namespace="d4a095f2-7d2d-4082-90e9-1c5cf342fb0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a095f2-7d2d-4082-90e9-1c5cf342fb0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18DF11-28E1-4B22-8FE5-58FB4C035569}">
  <ds:schemaRefs>
    <ds:schemaRef ds:uri="http://purl.org/dc/terms/"/>
    <ds:schemaRef ds:uri="http://purl.org/dc/dcmitype/"/>
    <ds:schemaRef ds:uri="http://www.w3.org/XML/1998/namespace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d4a095f2-7d2d-4082-90e9-1c5cf342fb0f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8C64ACE-1D74-441D-A7D0-341D3FB27016}">
  <ds:schemaRefs>
    <ds:schemaRef ds:uri="d4a095f2-7d2d-4082-90e9-1c5cf342fb0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52F0357-DEA6-4FE9-B185-3DABFE35BC4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76</Words>
  <Application>Microsoft Office PowerPoint</Application>
  <PresentationFormat>Widescreen</PresentationFormat>
  <Paragraphs>15</Paragraphs>
  <Slides>6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Titelfolien zur Auswahl</vt:lpstr>
      <vt:lpstr>Master für Folgeseiten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Rülicke-Ahrens, Janine</dc:creator>
  <cp:lastModifiedBy>Eduard Chalovskyy</cp:lastModifiedBy>
  <cp:revision>112</cp:revision>
  <cp:lastPrinted>2021-03-24T16:10:50Z</cp:lastPrinted>
  <dcterms:created xsi:type="dcterms:W3CDTF">2023-04-20T08:54:03Z</dcterms:created>
  <dcterms:modified xsi:type="dcterms:W3CDTF">2026-07-12T21:52:17Z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0x0101004592251ED057C14B813AF005F09CDDB1</vt:lpwstr>
  </property>
</Properties>
</file>